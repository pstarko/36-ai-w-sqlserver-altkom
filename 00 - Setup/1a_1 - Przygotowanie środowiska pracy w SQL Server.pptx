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20354C-33D8-4073-B5DB-0F9FE5EC4002}" v="5" dt="2026-10-23T15:26:53.7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672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zemyslaw Starosta" userId="45f988447864b3e6" providerId="LiveId" clId="{F03EAEFD-908B-4458-9CFE-E641CAF539F5}"/>
    <pc:docChg chg="undo custSel addSld delSld modSld sldOrd">
      <pc:chgData name="Przemyslaw Starosta" userId="45f988447864b3e6" providerId="LiveId" clId="{F03EAEFD-908B-4458-9CFE-E641CAF539F5}" dt="2026-10-23T15:26:53.713" v="534"/>
      <pc:docMkLst>
        <pc:docMk/>
      </pc:docMkLst>
      <pc:sldChg chg="addSp delSp modSp mod">
        <pc:chgData name="Przemyslaw Starosta" userId="45f988447864b3e6" providerId="LiveId" clId="{F03EAEFD-908B-4458-9CFE-E641CAF539F5}" dt="2026-10-23T15:24:47.855" v="468" actId="478"/>
        <pc:sldMkLst>
          <pc:docMk/>
          <pc:sldMk cId="873540532" sldId="257"/>
        </pc:sldMkLst>
        <pc:spChg chg="add del mod">
          <ac:chgData name="Przemyslaw Starosta" userId="45f988447864b3e6" providerId="LiveId" clId="{F03EAEFD-908B-4458-9CFE-E641CAF539F5}" dt="2026-10-23T15:24:47.855" v="468" actId="478"/>
          <ac:spMkLst>
            <pc:docMk/>
            <pc:sldMk cId="873540532" sldId="257"/>
            <ac:spMk id="4" creationId="{F88CE5F8-92CD-0F0A-49AD-AAC9CC26E975}"/>
          </ac:spMkLst>
        </pc:spChg>
        <pc:picChg chg="add del">
          <ac:chgData name="Przemyslaw Starosta" userId="45f988447864b3e6" providerId="LiveId" clId="{F03EAEFD-908B-4458-9CFE-E641CAF539F5}" dt="2026-10-23T15:24:47.855" v="468" actId="478"/>
          <ac:picMkLst>
            <pc:docMk/>
            <pc:sldMk cId="873540532" sldId="257"/>
            <ac:picMk id="5" creationId="{878E1C8E-6497-142E-0AE3-7B97FE63264A}"/>
          </ac:picMkLst>
        </pc:picChg>
        <pc:picChg chg="add del mod">
          <ac:chgData name="Przemyslaw Starosta" userId="45f988447864b3e6" providerId="LiveId" clId="{F03EAEFD-908B-4458-9CFE-E641CAF539F5}" dt="2026-10-23T15:24:47.425" v="467" actId="22"/>
          <ac:picMkLst>
            <pc:docMk/>
            <pc:sldMk cId="873540532" sldId="257"/>
            <ac:picMk id="7" creationId="{26CAACAE-6B61-EF17-8E43-5765D045E233}"/>
          </ac:picMkLst>
        </pc:picChg>
      </pc:sldChg>
      <pc:sldChg chg="addSp delSp modSp add mod">
        <pc:chgData name="Przemyslaw Starosta" userId="45f988447864b3e6" providerId="LiveId" clId="{F03EAEFD-908B-4458-9CFE-E641CAF539F5}" dt="2026-10-23T15:25:14.733" v="490"/>
        <pc:sldMkLst>
          <pc:docMk/>
          <pc:sldMk cId="1454261157" sldId="264"/>
        </pc:sldMkLst>
        <pc:spChg chg="mod">
          <ac:chgData name="Przemyslaw Starosta" userId="45f988447864b3e6" providerId="LiveId" clId="{F03EAEFD-908B-4458-9CFE-E641CAF539F5}" dt="2026-10-23T15:25:08.607" v="485" actId="20577"/>
          <ac:spMkLst>
            <pc:docMk/>
            <pc:sldMk cId="1454261157" sldId="264"/>
            <ac:spMk id="2" creationId="{7EB8911B-76BC-7758-52F3-B1779D5C6395}"/>
          </ac:spMkLst>
        </pc:spChg>
        <pc:spChg chg="del mod">
          <ac:chgData name="Przemyslaw Starosta" userId="45f988447864b3e6" providerId="LiveId" clId="{F03EAEFD-908B-4458-9CFE-E641CAF539F5}" dt="2026-10-23T15:25:13.288" v="489" actId="478"/>
          <ac:spMkLst>
            <pc:docMk/>
            <pc:sldMk cId="1454261157" sldId="264"/>
            <ac:spMk id="4" creationId="{64597A79-FC2A-E6D2-2D1C-A7A9971330D5}"/>
          </ac:spMkLst>
        </pc:spChg>
        <pc:spChg chg="add del mod">
          <ac:chgData name="Przemyslaw Starosta" userId="45f988447864b3e6" providerId="LiveId" clId="{F03EAEFD-908B-4458-9CFE-E641CAF539F5}" dt="2026-10-23T15:25:14.733" v="490"/>
          <ac:spMkLst>
            <pc:docMk/>
            <pc:sldMk cId="1454261157" sldId="264"/>
            <ac:spMk id="6" creationId="{99AC5D35-5B08-DC4B-2550-37731C6E8530}"/>
          </ac:spMkLst>
        </pc:spChg>
        <pc:picChg chg="del">
          <ac:chgData name="Przemyslaw Starosta" userId="45f988447864b3e6" providerId="LiveId" clId="{F03EAEFD-908B-4458-9CFE-E641CAF539F5}" dt="2026-10-23T15:25:11.198" v="486" actId="478"/>
          <ac:picMkLst>
            <pc:docMk/>
            <pc:sldMk cId="1454261157" sldId="264"/>
            <ac:picMk id="5" creationId="{2FC20835-7C3C-F8BF-ACE5-FEFF511C754F}"/>
          </ac:picMkLst>
        </pc:picChg>
        <pc:picChg chg="add mod">
          <ac:chgData name="Przemyslaw Starosta" userId="45f988447864b3e6" providerId="LiveId" clId="{F03EAEFD-908B-4458-9CFE-E641CAF539F5}" dt="2026-10-23T15:25:14.733" v="490"/>
          <ac:picMkLst>
            <pc:docMk/>
            <pc:sldMk cId="1454261157" sldId="264"/>
            <ac:picMk id="7" creationId="{26CAACAE-6B61-EF17-8E43-5765D045E233}"/>
          </ac:picMkLst>
        </pc:picChg>
      </pc:sldChg>
      <pc:sldChg chg="addSp delSp modSp add mod ord">
        <pc:chgData name="Przemyslaw Starosta" userId="45f988447864b3e6" providerId="LiveId" clId="{F03EAEFD-908B-4458-9CFE-E641CAF539F5}" dt="2026-10-23T15:26:51.502" v="533"/>
        <pc:sldMkLst>
          <pc:docMk/>
          <pc:sldMk cId="2260094305" sldId="265"/>
        </pc:sldMkLst>
        <pc:spChg chg="mod">
          <ac:chgData name="Przemyslaw Starosta" userId="45f988447864b3e6" providerId="LiveId" clId="{F03EAEFD-908B-4458-9CFE-E641CAF539F5}" dt="2026-10-23T15:26:51.502" v="533"/>
          <ac:spMkLst>
            <pc:docMk/>
            <pc:sldMk cId="2260094305" sldId="265"/>
            <ac:spMk id="2" creationId="{AC8532D8-69EF-7462-1B18-C70EAFC1AA7A}"/>
          </ac:spMkLst>
        </pc:spChg>
        <pc:spChg chg="del mod">
          <ac:chgData name="Przemyslaw Starosta" userId="45f988447864b3e6" providerId="LiveId" clId="{F03EAEFD-908B-4458-9CFE-E641CAF539F5}" dt="2026-10-23T15:25:30.776" v="500" actId="478"/>
          <ac:spMkLst>
            <pc:docMk/>
            <pc:sldMk cId="2260094305" sldId="265"/>
            <ac:spMk id="4" creationId="{E880590A-C516-D077-DEC7-4C3F9162FBA5}"/>
          </ac:spMkLst>
        </pc:spChg>
        <pc:spChg chg="add del mod">
          <ac:chgData name="Przemyslaw Starosta" userId="45f988447864b3e6" providerId="LiveId" clId="{F03EAEFD-908B-4458-9CFE-E641CAF539F5}" dt="2026-10-23T15:25:32.518" v="501" actId="478"/>
          <ac:spMkLst>
            <pc:docMk/>
            <pc:sldMk cId="2260094305" sldId="265"/>
            <ac:spMk id="6" creationId="{0BA1139E-56A3-4651-C330-DD8DFC47208A}"/>
          </ac:spMkLst>
        </pc:spChg>
        <pc:spChg chg="add del">
          <ac:chgData name="Przemyslaw Starosta" userId="45f988447864b3e6" providerId="LiveId" clId="{F03EAEFD-908B-4458-9CFE-E641CAF539F5}" dt="2026-10-23T15:25:33.937" v="503" actId="22"/>
          <ac:spMkLst>
            <pc:docMk/>
            <pc:sldMk cId="2260094305" sldId="265"/>
            <ac:spMk id="8" creationId="{41BE93A1-7FA9-1EFD-9EF9-EADB1FFEBEEA}"/>
          </ac:spMkLst>
        </pc:spChg>
        <pc:spChg chg="add mod">
          <ac:chgData name="Przemyslaw Starosta" userId="45f988447864b3e6" providerId="LiveId" clId="{F03EAEFD-908B-4458-9CFE-E641CAF539F5}" dt="2026-10-23T15:25:43.752" v="519" actId="20577"/>
          <ac:spMkLst>
            <pc:docMk/>
            <pc:sldMk cId="2260094305" sldId="265"/>
            <ac:spMk id="10" creationId="{9ECC08C1-1909-169F-1B10-0953F76EC415}"/>
          </ac:spMkLst>
        </pc:spChg>
        <pc:picChg chg="del mod">
          <ac:chgData name="Przemyslaw Starosta" userId="45f988447864b3e6" providerId="LiveId" clId="{F03EAEFD-908B-4458-9CFE-E641CAF539F5}" dt="2026-10-23T15:25:26.638" v="499" actId="478"/>
          <ac:picMkLst>
            <pc:docMk/>
            <pc:sldMk cId="2260094305" sldId="265"/>
            <ac:picMk id="5" creationId="{C8ABA3A3-5067-5412-C002-C4F79BD46C48}"/>
          </ac:picMkLst>
        </pc:picChg>
        <pc:picChg chg="add mod">
          <ac:chgData name="Przemyslaw Starosta" userId="45f988447864b3e6" providerId="LiveId" clId="{F03EAEFD-908B-4458-9CFE-E641CAF539F5}" dt="2026-10-23T15:25:55.842" v="521" actId="1076"/>
          <ac:picMkLst>
            <pc:docMk/>
            <pc:sldMk cId="2260094305" sldId="265"/>
            <ac:picMk id="12" creationId="{7BA36DD4-753B-A617-186F-F52FFC9EC15C}"/>
          </ac:picMkLst>
        </pc:picChg>
      </pc:sldChg>
      <pc:sldChg chg="addSp delSp modSp add mod">
        <pc:chgData name="Przemyslaw Starosta" userId="45f988447864b3e6" providerId="LiveId" clId="{F03EAEFD-908B-4458-9CFE-E641CAF539F5}" dt="2026-10-23T15:26:53.713" v="534"/>
        <pc:sldMkLst>
          <pc:docMk/>
          <pc:sldMk cId="3636936628" sldId="266"/>
        </pc:sldMkLst>
        <pc:spChg chg="mod">
          <ac:chgData name="Przemyslaw Starosta" userId="45f988447864b3e6" providerId="LiveId" clId="{F03EAEFD-908B-4458-9CFE-E641CAF539F5}" dt="2026-10-23T15:26:53.713" v="534"/>
          <ac:spMkLst>
            <pc:docMk/>
            <pc:sldMk cId="3636936628" sldId="266"/>
            <ac:spMk id="2" creationId="{0A2E03CF-F774-B2DD-63D0-36596E0839A8}"/>
          </ac:spMkLst>
        </pc:spChg>
        <pc:spChg chg="mod">
          <ac:chgData name="Przemyslaw Starosta" userId="45f988447864b3e6" providerId="LiveId" clId="{F03EAEFD-908B-4458-9CFE-E641CAF539F5}" dt="2026-10-23T15:26:42.408" v="532" actId="1076"/>
          <ac:spMkLst>
            <pc:docMk/>
            <pc:sldMk cId="3636936628" sldId="266"/>
            <ac:spMk id="10" creationId="{8B81930D-999B-4BEA-A4B1-9F4C4B5CCDCE}"/>
          </ac:spMkLst>
        </pc:spChg>
        <pc:picChg chg="add mod">
          <ac:chgData name="Przemyslaw Starosta" userId="45f988447864b3e6" providerId="LiveId" clId="{F03EAEFD-908B-4458-9CFE-E641CAF539F5}" dt="2026-10-23T15:26:37.421" v="528" actId="1076"/>
          <ac:picMkLst>
            <pc:docMk/>
            <pc:sldMk cId="3636936628" sldId="266"/>
            <ac:picMk id="4" creationId="{CCD65DAE-4722-ED5A-701F-58313C590698}"/>
          </ac:picMkLst>
        </pc:picChg>
        <pc:picChg chg="del">
          <ac:chgData name="Przemyslaw Starosta" userId="45f988447864b3e6" providerId="LiveId" clId="{F03EAEFD-908B-4458-9CFE-E641CAF539F5}" dt="2026-10-23T15:26:34.310" v="525" actId="478"/>
          <ac:picMkLst>
            <pc:docMk/>
            <pc:sldMk cId="3636936628" sldId="266"/>
            <ac:picMk id="12" creationId="{3087DD6B-D385-A567-859A-2E4E5EC9AD9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10/23/2026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10/23/2026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crosoft/sql-server-language-extensions/releases/tag/Python-v1.2.0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2C04C6-72B9-4B2D-832F-6C1420567D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l-PL" sz="4400" dirty="0"/>
              <a:t>Przygotowanie środowiska pracy w SQL Server</a:t>
            </a:r>
          </a:p>
        </p:txBody>
      </p:sp>
      <p:sp>
        <p:nvSpPr>
          <p:cNvPr id="5" name="Podtytuł 4">
            <a:extLst>
              <a:ext uri="{FF2B5EF4-FFF2-40B4-BE49-F238E27FC236}">
                <a16:creationId xmlns:a16="http://schemas.microsoft.com/office/drawing/2014/main" id="{42470040-09E2-3DE7-0AE3-BC6E58F094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29494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Instalacja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878E1C8E-6497-142E-0AE3-7B97FE632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2373" y="863600"/>
            <a:ext cx="6299303" cy="512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40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A5033-24B7-7F4C-15BB-418AD510C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0EECC8D-6ED3-6329-B5AD-8F24A4728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Instalacja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B47844A-A1B8-E184-F0E0-76D0D4074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509" y="864108"/>
            <a:ext cx="7961746" cy="5120640"/>
          </a:xfrm>
        </p:spPr>
        <p:txBody>
          <a:bodyPr anchor="t"/>
          <a:lstStyle/>
          <a:p>
            <a:r>
              <a:rPr lang="pl-PL" dirty="0" err="1"/>
              <a:t>Python</a:t>
            </a:r>
            <a:r>
              <a:rPr lang="pl-PL" dirty="0"/>
              <a:t> w wersji 3.10 - </a:t>
            </a:r>
            <a:r>
              <a:rPr lang="pl-PL" dirty="0">
                <a:hlinkClick r:id="rId2"/>
              </a:rPr>
              <a:t>https://www.python.org/downloads/</a:t>
            </a:r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r>
              <a:rPr lang="pl-PL" b="1" dirty="0"/>
              <a:t>Nadanie uprawnień dla </a:t>
            </a:r>
            <a:r>
              <a:rPr lang="pl-PL" b="1" dirty="0" err="1"/>
              <a:t>Launchpada</a:t>
            </a:r>
            <a:r>
              <a:rPr lang="pl-PL" b="1" dirty="0"/>
              <a:t> przypisanego do tej instancji</a:t>
            </a:r>
          </a:p>
          <a:p>
            <a:r>
              <a:rPr lang="pl-PL" sz="1600" i="1" dirty="0" err="1"/>
              <a:t>icacls</a:t>
            </a:r>
            <a:r>
              <a:rPr lang="pl-PL" sz="1600" i="1" dirty="0"/>
              <a:t> "C:\Program </a:t>
            </a:r>
            <a:r>
              <a:rPr lang="pl-PL" sz="1600" i="1" dirty="0" err="1"/>
              <a:t>Files</a:t>
            </a:r>
            <a:r>
              <a:rPr lang="pl-PL" sz="1600" i="1" dirty="0"/>
              <a:t>\Python310\</a:t>
            </a:r>
            <a:r>
              <a:rPr lang="pl-PL" sz="1600" i="1" dirty="0" err="1"/>
              <a:t>Lib</a:t>
            </a:r>
            <a:r>
              <a:rPr lang="pl-PL" sz="1600" i="1" dirty="0"/>
              <a:t>\</a:t>
            </a:r>
            <a:r>
              <a:rPr lang="pl-PL" sz="1600" i="1" dirty="0" err="1"/>
              <a:t>site-packages</a:t>
            </a:r>
            <a:r>
              <a:rPr lang="pl-PL" sz="1600" i="1" dirty="0"/>
              <a:t>" /grant "NT Service\</a:t>
            </a:r>
            <a:r>
              <a:rPr lang="pl-PL" sz="1600" i="1" dirty="0" err="1"/>
              <a:t>MSSQLLaunchpad</a:t>
            </a:r>
            <a:r>
              <a:rPr lang="pl-PL" sz="1600" i="1" dirty="0"/>
              <a:t>":(OI)(CI)RX /T</a:t>
            </a:r>
          </a:p>
          <a:p>
            <a:r>
              <a:rPr lang="pl-PL" sz="1600" i="1" dirty="0" err="1"/>
              <a:t>icacls</a:t>
            </a:r>
            <a:r>
              <a:rPr lang="pl-PL" sz="1600" i="1" dirty="0"/>
              <a:t> "C:\Program </a:t>
            </a:r>
            <a:r>
              <a:rPr lang="pl-PL" sz="1600" i="1" dirty="0" err="1"/>
              <a:t>Files</a:t>
            </a:r>
            <a:r>
              <a:rPr lang="pl-PL" sz="1600" i="1" dirty="0"/>
              <a:t>\Python310\</a:t>
            </a:r>
            <a:r>
              <a:rPr lang="pl-PL" sz="1600" i="1" dirty="0" err="1"/>
              <a:t>Lib</a:t>
            </a:r>
            <a:r>
              <a:rPr lang="pl-PL" sz="1600" i="1" dirty="0"/>
              <a:t>\</a:t>
            </a:r>
            <a:r>
              <a:rPr lang="pl-PL" sz="1600" i="1" dirty="0" err="1"/>
              <a:t>site-packages</a:t>
            </a:r>
            <a:r>
              <a:rPr lang="pl-PL" sz="1600" i="1" dirty="0"/>
              <a:t>" /grant *S-1-15-2-1:(OI)(CI)RX /T</a:t>
            </a:r>
          </a:p>
          <a:p>
            <a:endParaRPr lang="pl-PL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E17E1136-8B41-9F88-1E0E-2ABA95A42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174" y="1629056"/>
            <a:ext cx="3113396" cy="533414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0BA59A83-B73E-BBFB-71A3-B5D2A51125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6983" y="4891393"/>
            <a:ext cx="7201088" cy="23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84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FA340-7F5F-A7FA-1487-2BB3E5E60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DA0DA2-D4E4-8E91-51E1-489D69352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Instalacja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750F720-27C2-96E6-68C5-9BFDF0E75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509" y="864108"/>
            <a:ext cx="7961746" cy="5120640"/>
          </a:xfrm>
        </p:spPr>
        <p:txBody>
          <a:bodyPr anchor="t"/>
          <a:lstStyle/>
          <a:p>
            <a:pPr marL="0" indent="0">
              <a:buNone/>
            </a:pPr>
            <a:endParaRPr lang="pl-PL" dirty="0"/>
          </a:p>
          <a:p>
            <a:endParaRPr lang="pl-PL" dirty="0"/>
          </a:p>
          <a:p>
            <a:endParaRPr lang="pl-PL" dirty="0"/>
          </a:p>
          <a:p>
            <a:r>
              <a:rPr lang="pl-PL" b="1" dirty="0"/>
              <a:t> Rejestracja </a:t>
            </a:r>
            <a:r>
              <a:rPr lang="pl-PL" b="1" dirty="0" err="1"/>
              <a:t>runtime</a:t>
            </a:r>
            <a:r>
              <a:rPr lang="pl-PL" b="1" dirty="0"/>
              <a:t> </a:t>
            </a:r>
            <a:r>
              <a:rPr lang="pl-PL" b="1" dirty="0" err="1"/>
              <a:t>Pythona</a:t>
            </a:r>
            <a:r>
              <a:rPr lang="pl-PL" b="1" dirty="0"/>
              <a:t> w tej instancji SQL </a:t>
            </a:r>
          </a:p>
          <a:p>
            <a:pPr marL="0" indent="0">
              <a:buNone/>
            </a:pPr>
            <a:r>
              <a:rPr lang="pl-PL" sz="1800" i="1" dirty="0"/>
              <a:t>cd "C:\Program </a:t>
            </a:r>
            <a:r>
              <a:rPr lang="pl-PL" sz="1800" i="1" dirty="0" err="1"/>
              <a:t>Files</a:t>
            </a:r>
            <a:r>
              <a:rPr lang="pl-PL" sz="1800" i="1" dirty="0"/>
              <a:t>\Python310\</a:t>
            </a:r>
            <a:r>
              <a:rPr lang="pl-PL" sz="1800" i="1" dirty="0" err="1"/>
              <a:t>Lib</a:t>
            </a:r>
            <a:r>
              <a:rPr lang="pl-PL" sz="1800" i="1" dirty="0"/>
              <a:t>\</a:t>
            </a:r>
            <a:r>
              <a:rPr lang="pl-PL" sz="1800" i="1" dirty="0" err="1"/>
              <a:t>site-packages</a:t>
            </a:r>
            <a:r>
              <a:rPr lang="pl-PL" sz="1800" i="1" dirty="0"/>
              <a:t>\</a:t>
            </a:r>
            <a:r>
              <a:rPr lang="pl-PL" sz="1800" i="1" dirty="0" err="1"/>
              <a:t>revoscalepy</a:t>
            </a:r>
            <a:r>
              <a:rPr lang="pl-PL" sz="1800" i="1" dirty="0"/>
              <a:t>\</a:t>
            </a:r>
            <a:r>
              <a:rPr lang="pl-PL" sz="1800" i="1" dirty="0" err="1"/>
              <a:t>rxLibs</a:t>
            </a:r>
            <a:r>
              <a:rPr lang="pl-PL" sz="1800" i="1" dirty="0"/>
              <a:t>"</a:t>
            </a:r>
          </a:p>
          <a:p>
            <a:pPr marL="0" indent="0">
              <a:buNone/>
            </a:pPr>
            <a:r>
              <a:rPr lang="pl-PL" sz="1800" i="1" dirty="0"/>
              <a:t>.\RegisterRext.exe /</a:t>
            </a:r>
            <a:r>
              <a:rPr lang="pl-PL" sz="1800" i="1" dirty="0" err="1"/>
              <a:t>configure</a:t>
            </a:r>
            <a:r>
              <a:rPr lang="pl-PL" sz="1800" i="1" dirty="0"/>
              <a:t> /</a:t>
            </a:r>
            <a:r>
              <a:rPr lang="pl-PL" sz="1800" i="1" dirty="0" err="1"/>
              <a:t>pythonhome</a:t>
            </a:r>
            <a:r>
              <a:rPr lang="pl-PL" sz="1800" i="1" dirty="0"/>
              <a:t>:"C:\Program </a:t>
            </a:r>
            <a:r>
              <a:rPr lang="pl-PL" sz="1800" i="1" dirty="0" err="1"/>
              <a:t>Files</a:t>
            </a:r>
            <a:r>
              <a:rPr lang="pl-PL" sz="1800" i="1" dirty="0"/>
              <a:t>\Python310" /</a:t>
            </a:r>
            <a:r>
              <a:rPr lang="pl-PL" sz="1800" i="1" dirty="0" err="1"/>
              <a:t>instance</a:t>
            </a:r>
            <a:r>
              <a:rPr lang="pl-PL" sz="1800" i="1" dirty="0"/>
              <a:t>:"MSSQLSERVER"</a:t>
            </a:r>
          </a:p>
        </p:txBody>
      </p:sp>
    </p:spTree>
    <p:extLst>
      <p:ext uri="{BB962C8B-B14F-4D97-AF65-F5344CB8AC3E}">
        <p14:creationId xmlns:p14="http://schemas.microsoft.com/office/powerpoint/2010/main" val="2239695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CD491-08E5-85CC-2E08-DD20A8B7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928C234-34F4-968D-EAEC-53D8BE0E2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Instalacja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260590A-D376-2FC2-15B8-E27CF59B4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509" y="864108"/>
            <a:ext cx="7961746" cy="5120640"/>
          </a:xfrm>
        </p:spPr>
        <p:txBody>
          <a:bodyPr anchor="t"/>
          <a:lstStyle/>
          <a:p>
            <a:pPr marL="0" indent="0">
              <a:buNone/>
            </a:pPr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b="1" dirty="0"/>
          </a:p>
          <a:p>
            <a:endParaRPr lang="pl-PL" b="1" dirty="0"/>
          </a:p>
          <a:p>
            <a:r>
              <a:rPr lang="pl-PL" b="1" dirty="0"/>
              <a:t>Restart usług SQL Server i </a:t>
            </a:r>
            <a:r>
              <a:rPr lang="pl-PL" b="1" dirty="0" err="1"/>
              <a:t>Launchpad</a:t>
            </a:r>
            <a:r>
              <a:rPr lang="pl-PL" b="1" dirty="0"/>
              <a:t> dla tej instancji</a:t>
            </a:r>
            <a:endParaRPr lang="pl-PL" sz="1800" b="1" i="1" dirty="0"/>
          </a:p>
        </p:txBody>
      </p:sp>
    </p:spTree>
    <p:extLst>
      <p:ext uri="{BB962C8B-B14F-4D97-AF65-F5344CB8AC3E}">
        <p14:creationId xmlns:p14="http://schemas.microsoft.com/office/powerpoint/2010/main" val="2412118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38883-694A-D7BC-7900-5AA1EAA56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20E6C9-8DC3-6F30-D798-DC17082B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Instalacja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5A6DDF9-0BAE-EDB2-7F11-D8DC948CA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509" y="864108"/>
            <a:ext cx="7961746" cy="5120640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endParaRPr lang="pl-PL" dirty="0"/>
          </a:p>
          <a:p>
            <a:endParaRPr lang="pl-PL" dirty="0"/>
          </a:p>
          <a:p>
            <a:endParaRPr lang="pl-PL" dirty="0"/>
          </a:p>
          <a:p>
            <a:r>
              <a:rPr lang="pl-PL" b="1" dirty="0"/>
              <a:t>Pobranie i stworzenie rozszerzenia na bazie danych</a:t>
            </a:r>
            <a:endParaRPr lang="pl-PL" sz="1800" b="1" i="1" dirty="0"/>
          </a:p>
          <a:p>
            <a:endParaRPr lang="pl-PL" b="1" dirty="0"/>
          </a:p>
          <a:p>
            <a:endParaRPr lang="pl-PL" b="1" dirty="0"/>
          </a:p>
          <a:p>
            <a:pPr marL="0" indent="0">
              <a:buNone/>
            </a:pPr>
            <a:r>
              <a:rPr lang="pl-PL" dirty="0">
                <a:hlinkClick r:id="rId2"/>
              </a:rPr>
              <a:t>https://github.com/microsoft/sql-server-language-extensions/releases/tag/Python-v1.2.0</a:t>
            </a:r>
            <a:endParaRPr lang="pl-PL" dirty="0"/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i="1" dirty="0"/>
              <a:t>CREATE EXTERNAL LANGUAGE [</a:t>
            </a:r>
            <a:r>
              <a:rPr lang="pl-PL" i="1" dirty="0" err="1"/>
              <a:t>myPython</a:t>
            </a:r>
            <a:r>
              <a:rPr lang="pl-PL" i="1" dirty="0"/>
              <a:t>]</a:t>
            </a:r>
          </a:p>
          <a:p>
            <a:pPr marL="0" indent="0">
              <a:buNone/>
            </a:pPr>
            <a:r>
              <a:rPr lang="pl-PL" i="1" dirty="0"/>
              <a:t>FROM (CONTENT = N'C:\</a:t>
            </a:r>
            <a:r>
              <a:rPr lang="pl-PL" i="1" dirty="0" err="1"/>
              <a:t>python-ext</a:t>
            </a:r>
            <a:r>
              <a:rPr lang="pl-PL" i="1" dirty="0"/>
              <a:t>\python-lang-extension-windows-release.zip', </a:t>
            </a:r>
          </a:p>
          <a:p>
            <a:pPr marL="0" indent="0">
              <a:buNone/>
            </a:pPr>
            <a:r>
              <a:rPr lang="pl-PL" i="1" dirty="0"/>
              <a:t>    FILE_NAME = 'pythonextension.dll', </a:t>
            </a:r>
          </a:p>
          <a:p>
            <a:pPr marL="0" indent="0">
              <a:buNone/>
            </a:pPr>
            <a:r>
              <a:rPr lang="pl-PL" i="1" dirty="0"/>
              <a:t>    ENVIRONMENT_VARIABLES = N'{"PYTHONHOME": "C:\\Program </a:t>
            </a:r>
            <a:r>
              <a:rPr lang="pl-PL" i="1" dirty="0" err="1"/>
              <a:t>Files</a:t>
            </a:r>
            <a:r>
              <a:rPr lang="pl-PL" i="1" dirty="0"/>
              <a:t>\\Python310"}');</a:t>
            </a:r>
          </a:p>
        </p:txBody>
      </p:sp>
    </p:spTree>
    <p:extLst>
      <p:ext uri="{BB962C8B-B14F-4D97-AF65-F5344CB8AC3E}">
        <p14:creationId xmlns:p14="http://schemas.microsoft.com/office/powerpoint/2010/main" val="309011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675E9-3643-2518-0531-89D2252C3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E367B1-6DB6-9970-C9E9-1FCEFBAD9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Instalacja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A9C2D918-0B91-E36B-F5EE-C1DAC09D5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509" y="864108"/>
            <a:ext cx="7961746" cy="512064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pl-PL" dirty="0"/>
          </a:p>
          <a:p>
            <a:endParaRPr lang="pl-PL" dirty="0"/>
          </a:p>
          <a:p>
            <a:endParaRPr lang="pl-PL" dirty="0"/>
          </a:p>
          <a:p>
            <a:r>
              <a:rPr lang="pl-PL" b="1" dirty="0"/>
              <a:t>Najlepsze wersje dla </a:t>
            </a:r>
            <a:r>
              <a:rPr lang="pl-PL" b="1" dirty="0" err="1"/>
              <a:t>Pythona</a:t>
            </a:r>
            <a:r>
              <a:rPr lang="pl-PL" b="1" dirty="0"/>
              <a:t>:</a:t>
            </a:r>
          </a:p>
          <a:p>
            <a:pPr marL="0" indent="0">
              <a:buNone/>
            </a:pPr>
            <a:r>
              <a:rPr lang="pl-PL" i="1" dirty="0"/>
              <a:t>python.exe -m pip </a:t>
            </a:r>
            <a:r>
              <a:rPr lang="pl-PL" i="1" dirty="0" err="1"/>
              <a:t>install</a:t>
            </a:r>
            <a:r>
              <a:rPr lang="pl-PL" i="1" dirty="0"/>
              <a:t> --</a:t>
            </a:r>
            <a:r>
              <a:rPr lang="pl-PL" i="1" dirty="0" err="1"/>
              <a:t>upgrade</a:t>
            </a:r>
            <a:r>
              <a:rPr lang="pl-PL" i="1" dirty="0"/>
              <a:t> "</a:t>
            </a:r>
            <a:r>
              <a:rPr lang="pl-PL" i="1" dirty="0" err="1"/>
              <a:t>numpy</a:t>
            </a:r>
            <a:r>
              <a:rPr lang="pl-PL" i="1" dirty="0"/>
              <a:t>&gt;=2.0" "</a:t>
            </a:r>
            <a:r>
              <a:rPr lang="pl-PL" i="1" dirty="0" err="1"/>
              <a:t>scipy</a:t>
            </a:r>
            <a:r>
              <a:rPr lang="pl-PL" i="1" dirty="0"/>
              <a:t>&gt;=1.13.0" "</a:t>
            </a:r>
            <a:r>
              <a:rPr lang="pl-PL" i="1" dirty="0" err="1"/>
              <a:t>scikit-learn</a:t>
            </a:r>
            <a:r>
              <a:rPr lang="pl-PL" i="1" dirty="0"/>
              <a:t>&gt;=1.4.2"</a:t>
            </a:r>
          </a:p>
        </p:txBody>
      </p:sp>
    </p:spTree>
    <p:extLst>
      <p:ext uri="{BB962C8B-B14F-4D97-AF65-F5344CB8AC3E}">
        <p14:creationId xmlns:p14="http://schemas.microsoft.com/office/powerpoint/2010/main" val="4198187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E00EE-2EBE-D3BA-451E-D0A51E7C0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2E9F21-64FF-88FF-0D99-D9269207D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Instalacja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899A05E-D4C3-9D26-0E1B-AA03327C0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4509" y="864108"/>
            <a:ext cx="7961746" cy="5120640"/>
          </a:xfrm>
        </p:spPr>
        <p:txBody>
          <a:bodyPr anchor="t">
            <a:normAutofit/>
          </a:bodyPr>
          <a:lstStyle/>
          <a:p>
            <a:r>
              <a:rPr lang="pl-PL" b="1" dirty="0"/>
              <a:t>Sprawdzenie działania</a:t>
            </a:r>
          </a:p>
          <a:p>
            <a:endParaRPr lang="pl-PL" b="1" dirty="0"/>
          </a:p>
          <a:p>
            <a:pPr marL="0" indent="0">
              <a:buNone/>
            </a:pPr>
            <a:r>
              <a:rPr lang="pl-PL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EXEC</a:t>
            </a:r>
            <a:r>
              <a:rPr lang="pl-PL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l-PL" sz="1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sp_execute_external_script</a:t>
            </a:r>
            <a:endParaRPr lang="pl-PL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pl-PL" sz="1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</a:t>
            </a:r>
            <a:r>
              <a:rPr lang="pl-PL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@language </a:t>
            </a:r>
            <a:r>
              <a:rPr lang="pl-PL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l-PL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l-PL" sz="1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N'myPython</a:t>
            </a:r>
            <a:r>
              <a:rPr lang="pl-PL" sz="1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l-PL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</a:t>
            </a:r>
            <a:endParaRPr lang="pl-PL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pl-PL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@script </a:t>
            </a:r>
            <a:r>
              <a:rPr lang="pl-PL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pl-PL" sz="1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pl-PL" sz="1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N'</a:t>
            </a:r>
            <a:endParaRPr lang="pl-PL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import sys, </a:t>
            </a:r>
            <a:r>
              <a:rPr lang="en-US" sz="1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numpy</a:t>
            </a:r>
            <a:r>
              <a:rPr lang="en-US" sz="1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scipy</a:t>
            </a:r>
            <a:r>
              <a:rPr lang="en-US" sz="1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sklearn</a:t>
            </a:r>
            <a:endParaRPr lang="en-US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pl-PL" sz="1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pl-PL" sz="1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("</a:t>
            </a:r>
            <a:r>
              <a:rPr lang="pl-PL" sz="1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Python</a:t>
            </a:r>
            <a:r>
              <a:rPr lang="pl-PL" sz="1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:", </a:t>
            </a:r>
            <a:r>
              <a:rPr lang="pl-PL" sz="1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sys.version</a:t>
            </a:r>
            <a:r>
              <a:rPr lang="pl-PL" sz="1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pl-PL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pl-PL" sz="1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pl-PL" sz="1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("</a:t>
            </a:r>
            <a:r>
              <a:rPr lang="pl-PL" sz="1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NumPy</a:t>
            </a:r>
            <a:r>
              <a:rPr lang="pl-PL" sz="1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:", </a:t>
            </a:r>
            <a:r>
              <a:rPr lang="pl-PL" sz="1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numpy</a:t>
            </a:r>
            <a:r>
              <a:rPr lang="pl-PL" sz="1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.__version__)</a:t>
            </a:r>
            <a:endParaRPr lang="pl-PL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pl-PL" sz="1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pl-PL" sz="1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("</a:t>
            </a:r>
            <a:r>
              <a:rPr lang="pl-PL" sz="1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SciPy</a:t>
            </a:r>
            <a:r>
              <a:rPr lang="pl-PL" sz="1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:", </a:t>
            </a:r>
            <a:r>
              <a:rPr lang="pl-PL" sz="1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scipy</a:t>
            </a:r>
            <a:r>
              <a:rPr lang="pl-PL" sz="1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.__version__)</a:t>
            </a:r>
            <a:endParaRPr lang="pl-PL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pl-PL" sz="1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print</a:t>
            </a:r>
            <a:r>
              <a:rPr lang="pl-PL" sz="1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("</a:t>
            </a:r>
            <a:r>
              <a:rPr lang="pl-PL" sz="1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scikit-learn</a:t>
            </a:r>
            <a:r>
              <a:rPr lang="pl-PL" sz="1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:", </a:t>
            </a:r>
            <a:r>
              <a:rPr lang="pl-PL" sz="1000" dirty="0" err="1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sklearn</a:t>
            </a:r>
            <a:r>
              <a:rPr lang="pl-PL" sz="1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.__version__)</a:t>
            </a:r>
            <a:endParaRPr lang="pl-PL" sz="1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pl-PL" sz="100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</a:t>
            </a:r>
            <a:r>
              <a:rPr lang="pl-PL" sz="10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pl-PL" sz="1000" b="1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7C96640-38D1-BF09-EA10-8FFA5FF03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796" y="4603077"/>
            <a:ext cx="5791351" cy="93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65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4F3B6-BA5C-8831-D937-9C72928DE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EB8911B-76BC-7758-52F3-B1779D5C6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Instalacja</a:t>
            </a:r>
            <a:br>
              <a:rPr lang="pl-PL" dirty="0"/>
            </a:br>
            <a:r>
              <a:rPr lang="pl-PL" dirty="0"/>
              <a:t>SQL Server 2025</a:t>
            </a:r>
          </a:p>
        </p:txBody>
      </p:sp>
      <p:pic>
        <p:nvPicPr>
          <p:cNvPr id="7" name="Symbol zastępczy zawartości 6">
            <a:extLst>
              <a:ext uri="{FF2B5EF4-FFF2-40B4-BE49-F238E27FC236}">
                <a16:creationId xmlns:a16="http://schemas.microsoft.com/office/drawing/2014/main" id="{26CAACAE-6B61-EF17-8E43-5765D045E2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92976" y="863600"/>
            <a:ext cx="5866723" cy="512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61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FA6D7-9172-9499-A333-5A76BB69A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C8532D8-69EF-7462-1B18-C70EAFC1A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Instalacja</a:t>
            </a:r>
            <a:br>
              <a:rPr lang="pl-PL" dirty="0"/>
            </a:br>
            <a:r>
              <a:rPr lang="pl-PL" dirty="0"/>
              <a:t>SQL Server 2025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ECC08C1-1909-169F-1B10-0953F76EC415}"/>
              </a:ext>
            </a:extLst>
          </p:cNvPr>
          <p:cNvSpPr txBox="1"/>
          <p:nvPr/>
        </p:nvSpPr>
        <p:spPr>
          <a:xfrm>
            <a:off x="4523246" y="1582537"/>
            <a:ext cx="60996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l-PL" sz="9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EXEC</a:t>
            </a:r>
            <a:r>
              <a:rPr lang="pl-PL" sz="9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pl-PL" sz="900" dirty="0" err="1">
                <a:solidFill>
                  <a:srgbClr val="800000"/>
                </a:solidFill>
                <a:effectLst/>
                <a:latin typeface="Cascadia Mono" panose="020B0609020000020004" pitchFamily="49" charset="0"/>
              </a:rPr>
              <a:t>sp_configure</a:t>
            </a:r>
            <a:r>
              <a:rPr lang="pl-PL" sz="9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pl-PL" sz="9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pl-PL" sz="9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external</a:t>
            </a:r>
            <a:r>
              <a:rPr lang="pl-PL" sz="9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 scripts </a:t>
            </a:r>
            <a:r>
              <a:rPr lang="pl-PL" sz="9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enabled</a:t>
            </a:r>
            <a:r>
              <a:rPr lang="pl-PL" sz="9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pl-PL" sz="9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pl-PL" sz="9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1</a:t>
            </a:r>
            <a:r>
              <a:rPr lang="pl-PL" sz="9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;</a:t>
            </a:r>
            <a:endParaRPr lang="pl-PL" sz="9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pl-PL" sz="9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RECONFIGURE</a:t>
            </a:r>
            <a:r>
              <a:rPr lang="pl-PL" sz="9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pl-PL" sz="9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WITH</a:t>
            </a:r>
            <a:r>
              <a:rPr lang="pl-PL" sz="9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pl-PL" sz="9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OVERRIDE</a:t>
            </a:r>
            <a:r>
              <a:rPr lang="pl-PL" sz="9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;</a:t>
            </a:r>
            <a:endParaRPr lang="pl-PL" sz="9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endParaRPr lang="pl-PL" sz="9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pl-PL" sz="9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--restart bazy</a:t>
            </a:r>
            <a:endParaRPr lang="pl-PL" sz="9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endParaRPr lang="pl-PL" sz="9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endParaRPr lang="pl-PL" sz="9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pl-PL" sz="9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EXEC</a:t>
            </a:r>
            <a:r>
              <a:rPr lang="pl-PL" sz="9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pl-PL" sz="900" dirty="0" err="1">
                <a:solidFill>
                  <a:srgbClr val="800000"/>
                </a:solidFill>
                <a:effectLst/>
                <a:latin typeface="Cascadia Mono" panose="020B0609020000020004" pitchFamily="49" charset="0"/>
              </a:rPr>
              <a:t>sp_execute_external_script</a:t>
            </a:r>
            <a:endParaRPr lang="pl-PL" sz="9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pl-PL" sz="9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pl-PL" sz="9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@language </a:t>
            </a:r>
            <a:r>
              <a:rPr lang="pl-PL" sz="9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pl-PL" sz="9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pl-PL" sz="9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N'Python</a:t>
            </a:r>
            <a:r>
              <a:rPr lang="pl-PL" sz="9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pl-PL" sz="9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,</a:t>
            </a:r>
            <a:endParaRPr lang="pl-PL" sz="9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pl-PL" sz="9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@script </a:t>
            </a:r>
            <a:r>
              <a:rPr lang="pl-PL" sz="9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pl-PL" sz="9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pl-PL" sz="9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N'</a:t>
            </a:r>
            <a:endParaRPr lang="pl-PL" sz="9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pl-PL" sz="9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import </a:t>
            </a:r>
            <a:r>
              <a:rPr lang="pl-PL" sz="9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pandas</a:t>
            </a:r>
            <a:r>
              <a:rPr lang="pl-PL" sz="9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 as </a:t>
            </a:r>
            <a:r>
              <a:rPr lang="pl-PL" sz="9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pd</a:t>
            </a:r>
            <a:endParaRPr lang="pl-PL" sz="9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pl-PL" sz="9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df</a:t>
            </a:r>
            <a:r>
              <a:rPr lang="pl-PL" sz="9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lang="pl-PL" sz="9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InputDataSet</a:t>
            </a:r>
            <a:endParaRPr lang="pl-PL" sz="9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pl-PL" sz="9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df</a:t>
            </a:r>
            <a:r>
              <a:rPr lang="pl-PL" sz="9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["suma"] = </a:t>
            </a:r>
            <a:r>
              <a:rPr lang="pl-PL" sz="9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df</a:t>
            </a:r>
            <a:r>
              <a:rPr lang="pl-PL" sz="9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["a"] + </a:t>
            </a:r>
            <a:r>
              <a:rPr lang="pl-PL" sz="9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df</a:t>
            </a:r>
            <a:r>
              <a:rPr lang="pl-PL" sz="9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["b"]</a:t>
            </a:r>
            <a:endParaRPr lang="pl-PL" sz="9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pl-PL" sz="9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OutputDataSet</a:t>
            </a:r>
            <a:r>
              <a:rPr lang="pl-PL" sz="9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 = </a:t>
            </a:r>
            <a:r>
              <a:rPr lang="pl-PL" sz="9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df</a:t>
            </a:r>
            <a:endParaRPr lang="pl-PL" sz="9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pl-PL" sz="9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pl-PL" sz="9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,</a:t>
            </a:r>
            <a:endParaRPr lang="pl-PL" sz="9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pl-PL" sz="9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@input_data_1 </a:t>
            </a:r>
            <a:r>
              <a:rPr lang="pl-PL" sz="9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pl-PL" sz="9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pl-PL" sz="9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N'SELECT 1 AS a, 2 AS b'</a:t>
            </a:r>
            <a:endParaRPr lang="pl-PL" sz="9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pl-PL" sz="9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WITH</a:t>
            </a:r>
            <a:r>
              <a:rPr lang="pl-PL" sz="9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RESULT </a:t>
            </a:r>
            <a:r>
              <a:rPr lang="pl-PL" sz="9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SETS </a:t>
            </a:r>
            <a:r>
              <a:rPr lang="pl-PL" sz="9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((</a:t>
            </a:r>
            <a:r>
              <a:rPr lang="pl-PL" sz="9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a </a:t>
            </a:r>
            <a:r>
              <a:rPr lang="pl-PL" sz="9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pl-PL" sz="9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pl-PL" sz="9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b </a:t>
            </a:r>
            <a:r>
              <a:rPr lang="pl-PL" sz="9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pl-PL" sz="9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pl-PL" sz="9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suma </a:t>
            </a:r>
            <a:r>
              <a:rPr lang="pl-PL" sz="9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INT</a:t>
            </a:r>
            <a:r>
              <a:rPr lang="pl-PL" sz="9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));</a:t>
            </a:r>
            <a:endParaRPr lang="pl-PL" sz="9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7BA36DD4-753B-A617-186F-F52FFC9EC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829" y="4328635"/>
            <a:ext cx="1578470" cy="74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094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98A9C-F55D-E47C-A638-BB4BF23D2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2E03CF-F774-B2DD-63D0-36596E083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Instalacja</a:t>
            </a:r>
            <a:br>
              <a:rPr lang="pl-PL" dirty="0"/>
            </a:br>
            <a:r>
              <a:rPr lang="pl-PL" dirty="0"/>
              <a:t>SQL Server 2025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B81930D-999B-4BEA-A4B1-9F4C4B5CCDCE}"/>
              </a:ext>
            </a:extLst>
          </p:cNvPr>
          <p:cNvSpPr txBox="1"/>
          <p:nvPr/>
        </p:nvSpPr>
        <p:spPr>
          <a:xfrm>
            <a:off x="4403777" y="1453878"/>
            <a:ext cx="609961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l-PL" sz="11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EXEC</a:t>
            </a:r>
            <a:r>
              <a:rPr lang="pl-PL" sz="11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pl-PL" sz="1100" dirty="0" err="1">
                <a:solidFill>
                  <a:srgbClr val="800000"/>
                </a:solidFill>
                <a:effectLst/>
                <a:latin typeface="Cascadia Mono" panose="020B0609020000020004" pitchFamily="49" charset="0"/>
              </a:rPr>
              <a:t>sp_execute_external_script</a:t>
            </a:r>
            <a:endParaRPr lang="pl-PL" sz="11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pl-PL" sz="11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  </a:t>
            </a:r>
            <a:r>
              <a:rPr lang="pl-PL" sz="11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@language </a:t>
            </a:r>
            <a:r>
              <a:rPr lang="pl-PL" sz="11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pl-PL" sz="11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pl-PL" sz="11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N'Python</a:t>
            </a:r>
            <a:r>
              <a:rPr lang="pl-PL" sz="11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pl-PL" sz="11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,</a:t>
            </a:r>
            <a:endParaRPr lang="pl-PL" sz="11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pl-PL" sz="11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@script </a:t>
            </a:r>
            <a:r>
              <a:rPr lang="pl-PL" sz="11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=</a:t>
            </a:r>
            <a:r>
              <a:rPr lang="pl-PL" sz="11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pl-PL" sz="11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N'</a:t>
            </a:r>
            <a:endParaRPr lang="pl-PL" sz="11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pl-PL" sz="11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import </a:t>
            </a:r>
            <a:r>
              <a:rPr lang="pl-PL" sz="11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sys</a:t>
            </a:r>
            <a:r>
              <a:rPr lang="pl-PL" sz="11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lang="pl-PL" sz="11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numpy</a:t>
            </a:r>
            <a:r>
              <a:rPr lang="pl-PL" sz="11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lang="pl-PL" sz="11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scipy</a:t>
            </a:r>
            <a:r>
              <a:rPr lang="pl-PL" sz="11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, </a:t>
            </a:r>
            <a:r>
              <a:rPr lang="pl-PL" sz="11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sklearn</a:t>
            </a:r>
            <a:endParaRPr lang="pl-PL" sz="11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pl-PL" sz="11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print</a:t>
            </a:r>
            <a:r>
              <a:rPr lang="pl-PL" sz="11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("</a:t>
            </a:r>
            <a:r>
              <a:rPr lang="pl-PL" sz="11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Python</a:t>
            </a:r>
            <a:r>
              <a:rPr lang="pl-PL" sz="11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:", </a:t>
            </a:r>
            <a:r>
              <a:rPr lang="pl-PL" sz="11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sys.version</a:t>
            </a:r>
            <a:r>
              <a:rPr lang="pl-PL" sz="11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)</a:t>
            </a:r>
            <a:endParaRPr lang="pl-PL" sz="11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pl-PL" sz="11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print</a:t>
            </a:r>
            <a:r>
              <a:rPr lang="pl-PL" sz="11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("</a:t>
            </a:r>
            <a:r>
              <a:rPr lang="pl-PL" sz="11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NumPy</a:t>
            </a:r>
            <a:r>
              <a:rPr lang="pl-PL" sz="11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:", </a:t>
            </a:r>
            <a:r>
              <a:rPr lang="pl-PL" sz="11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numpy</a:t>
            </a:r>
            <a:r>
              <a:rPr lang="pl-PL" sz="11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.__version__)</a:t>
            </a:r>
            <a:endParaRPr lang="pl-PL" sz="11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pl-PL" sz="11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print</a:t>
            </a:r>
            <a:r>
              <a:rPr lang="pl-PL" sz="11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("</a:t>
            </a:r>
            <a:r>
              <a:rPr lang="pl-PL" sz="11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SciPy</a:t>
            </a:r>
            <a:r>
              <a:rPr lang="pl-PL" sz="11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:", </a:t>
            </a:r>
            <a:r>
              <a:rPr lang="pl-PL" sz="11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scipy</a:t>
            </a:r>
            <a:r>
              <a:rPr lang="pl-PL" sz="11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.__version__)</a:t>
            </a:r>
            <a:endParaRPr lang="pl-PL" sz="11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pl-PL" sz="11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print</a:t>
            </a:r>
            <a:r>
              <a:rPr lang="pl-PL" sz="11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("</a:t>
            </a:r>
            <a:r>
              <a:rPr lang="pl-PL" sz="11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scikit-learn</a:t>
            </a:r>
            <a:r>
              <a:rPr lang="pl-PL" sz="11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:", </a:t>
            </a:r>
            <a:r>
              <a:rPr lang="pl-PL" sz="1100" dirty="0" err="1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sklearn</a:t>
            </a:r>
            <a:r>
              <a:rPr lang="pl-PL" sz="11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.__version__)</a:t>
            </a:r>
            <a:endParaRPr lang="pl-PL" sz="11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pl-PL" sz="1100" dirty="0">
                <a:solidFill>
                  <a:srgbClr val="FF0000"/>
                </a:solidFill>
                <a:effectLst/>
                <a:latin typeface="Cascadia Mono" panose="020B0609020000020004" pitchFamily="49" charset="0"/>
              </a:rPr>
              <a:t>'</a:t>
            </a:r>
            <a:r>
              <a:rPr lang="pl-PL" sz="11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;</a:t>
            </a:r>
            <a:endParaRPr lang="pl-PL" sz="11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CCD65DAE-4722-ED5A-701F-58313C590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069" y="3666732"/>
            <a:ext cx="6605963" cy="93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936628"/>
      </p:ext>
    </p:extLst>
  </p:cSld>
  <p:clrMapOvr>
    <a:masterClrMapping/>
  </p:clrMapOvr>
</p:sld>
</file>

<file path=ppt/theme/theme1.xml><?xml version="1.0" encoding="utf-8"?>
<a:theme xmlns:a="http://schemas.openxmlformats.org/drawingml/2006/main" name="Ramka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TM03457475[[fn=Ramka]]</Template>
  <TotalTime>2918</TotalTime>
  <Words>470</Words>
  <Application>Microsoft Office PowerPoint</Application>
  <PresentationFormat>Panoramiczny</PresentationFormat>
  <Paragraphs>84</Paragraphs>
  <Slides>11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5" baseType="lpstr">
      <vt:lpstr>Cascadia Mono</vt:lpstr>
      <vt:lpstr>Corbel</vt:lpstr>
      <vt:lpstr>Wingdings 2</vt:lpstr>
      <vt:lpstr>Ramka</vt:lpstr>
      <vt:lpstr>Przygotowanie środowiska pracy w SQL Server</vt:lpstr>
      <vt:lpstr>Instalacja</vt:lpstr>
      <vt:lpstr>Instalacja</vt:lpstr>
      <vt:lpstr>Instalacja</vt:lpstr>
      <vt:lpstr>Instalacja</vt:lpstr>
      <vt:lpstr>Instalacja</vt:lpstr>
      <vt:lpstr>Instalacja</vt:lpstr>
      <vt:lpstr>Instalacja</vt:lpstr>
      <vt:lpstr>Instalacja SQL Server 2025</vt:lpstr>
      <vt:lpstr>Instalacja SQL Server 2025</vt:lpstr>
      <vt:lpstr>Instalacja SQL Server 2025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Przygotowanie środowiska pracy</dc:title>
  <dc:creator>Przemyslaw Starosta</dc:creator>
  <cp:lastModifiedBy>Przemyslaw Starosta</cp:lastModifiedBy>
  <cp:revision>1</cp:revision>
  <dcterms:created xsi:type="dcterms:W3CDTF">2022-01-27T16:58:23Z</dcterms:created>
  <dcterms:modified xsi:type="dcterms:W3CDTF">2026-10-23T15:26:55Z</dcterms:modified>
</cp:coreProperties>
</file>